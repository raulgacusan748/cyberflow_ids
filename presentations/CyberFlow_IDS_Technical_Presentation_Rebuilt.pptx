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CyberFlow IDS Technical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Dr. Raul C. Gacusan | AIM Capstone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Detect malicious network traffic with low false positives and low latency</a:t>
            </a:r>
          </a:p>
          <a:p>
            <a:pPr>
              <a:defRPr sz="2200"/>
            </a:pPr>
            <a:r>
              <a:t>Frame: binary classification for intrusion detection</a:t>
            </a:r>
          </a:p>
          <a:p>
            <a:pPr>
              <a:defRPr sz="2200"/>
            </a:pPr>
            <a:r>
              <a:t>Goal: reproducible training-to-deployment IDS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Dataset: CIC-IDS-2017 derivative traffic</a:t>
            </a:r>
          </a:p>
          <a:p>
            <a:pPr>
              <a:defRPr sz="2200"/>
            </a:pPr>
            <a:r>
              <a:t>Processed sample: 126,038 rows, 54 columns</a:t>
            </a:r>
          </a:p>
          <a:p>
            <a:pPr>
              <a:defRPr sz="2200"/>
            </a:pPr>
            <a:r>
              <a:t>Quality checks: null/infinity cleansing, duplicate scan, outlier profiling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Label remap: benign/normal -&gt; 0, attack -&gt; 1</a:t>
            </a:r>
          </a:p>
          <a:p>
            <a:pPr>
              <a:defRPr sz="2200"/>
            </a:pPr>
            <a:r>
              <a:t>Metadata exclusion and numeric-only feature projection</a:t>
            </a:r>
          </a:p>
          <a:p>
            <a:pPr>
              <a:defRPr sz="2200"/>
            </a:pPr>
            <a:r>
              <a:t>StandardScaler persisted for production parity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and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Leakage shield removes near-proxy features (|r| &gt; 0.98)</a:t>
            </a:r>
          </a:p>
          <a:p>
            <a:pPr>
              <a:defRPr sz="2200"/>
            </a:pPr>
            <a:r>
              <a:t>Zero-variance feature filtering applied</a:t>
            </a:r>
          </a:p>
          <a:p>
            <a:pPr>
              <a:defRPr sz="2200"/>
            </a:pPr>
            <a:r>
              <a:t>Final model feature space: 51 numeric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Tournament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Candidates: Decision Tree, Random Forest, XGBoost, Naive Bayes</a:t>
            </a:r>
          </a:p>
          <a:p>
            <a:pPr>
              <a:defRPr sz="2200"/>
            </a:pPr>
            <a:r>
              <a:t>Metrics: Accuracy, Precision, Recall, F1, Train Time</a:t>
            </a:r>
          </a:p>
          <a:p>
            <a:pPr>
              <a:defRPr sz="2200"/>
            </a:pPr>
            <a:r>
              <a:t>Champion selected by strongest F1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Tournament metrics visualization from training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Champion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XGBoost won tournament (F1 = 0.9868, Accuracy = 0.9956)</a:t>
            </a:r>
          </a:p>
          <a:p>
            <a:pPr>
              <a:defRPr sz="2200"/>
            </a:pPr>
            <a:r>
              <a:t>Artifacts saved: models/intrusion_detector.joblib, models/scaler.joblib</a:t>
            </a:r>
          </a:p>
          <a:p>
            <a:pPr>
              <a:defRPr sz="2200"/>
            </a:pPr>
            <a:r>
              <a:t>Inference validated through dashboard and replay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Explainability</a:t>
            </a:r>
          </a:p>
        </p:txBody>
      </p:sp>
      <p:pic>
        <p:nvPicPr>
          <p:cNvPr id="3" name="Picture 2" descr="shap_summary_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Top feature contributions driving intrusion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and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Local FastAPI app implemented for serving predictions</a:t>
            </a:r>
          </a:p>
          <a:p>
            <a:pPr>
              <a:defRPr sz="2200"/>
            </a:pPr>
            <a:r>
              <a:t>GitHub public repo with release tag: v1.0-submission</a:t>
            </a:r>
          </a:p>
          <a:p>
            <a:pPr>
              <a:defRPr sz="2200"/>
            </a:pPr>
            <a:r>
              <a:t>Complete submission bundle with reports, code, and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
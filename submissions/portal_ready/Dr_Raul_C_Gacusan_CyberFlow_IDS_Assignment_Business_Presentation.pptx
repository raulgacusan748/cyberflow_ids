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CyberFlow IDS Executive Business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AI-Driven Risk Reduction for Network Security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Security teams face high alert volume and analyst fatigue</a:t>
            </a:r>
          </a:p>
          <a:p>
            <a:pPr>
              <a:defRPr sz="2200"/>
            </a:pPr>
            <a:r>
              <a:t>Missed attacks and false positives both create business risk</a:t>
            </a:r>
          </a:p>
          <a:p>
            <a:pPr>
              <a:defRPr sz="2200"/>
            </a:pPr>
            <a:r>
              <a:t>Need: faster, more reliable triage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CyberFlow IDS classifies network flow as benign or attack</a:t>
            </a:r>
          </a:p>
          <a:p>
            <a:pPr>
              <a:defRPr sz="2200"/>
            </a:pPr>
            <a:r>
              <a:t>Production-ready ML pipeline with explainability outputs</a:t>
            </a:r>
          </a:p>
          <a:p>
            <a:pPr>
              <a:defRPr sz="2200"/>
            </a:pPr>
            <a:r>
              <a:t>Supports SOC triage decisions in near-real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Reduce false-positive investigation overhead</a:t>
            </a:r>
          </a:p>
          <a:p>
            <a:pPr>
              <a:defRPr sz="2200"/>
            </a:pPr>
            <a:r>
              <a:t>Improve analyst productivity and response prioritization</a:t>
            </a:r>
          </a:p>
          <a:p>
            <a:pPr>
              <a:defRPr sz="2200"/>
            </a:pPr>
            <a:r>
              <a:t>Support faster containment of high-risk events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Champion model: XGBoost</a:t>
            </a:r>
          </a:p>
          <a:p>
            <a:pPr>
              <a:defRPr sz="2200"/>
            </a:pPr>
            <a:r>
              <a:t>Accuracy: 99.56% | F1: 98.68%</a:t>
            </a:r>
          </a:p>
          <a:p>
            <a:pPr>
              <a:defRPr sz="2200"/>
            </a:pPr>
            <a:r>
              <a:t>Low-latency prediction observed in live replay tests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and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Bias and fairness analysis completed in final report</a:t>
            </a:r>
          </a:p>
          <a:p>
            <a:pPr>
              <a:defRPr sz="2200"/>
            </a:pPr>
            <a:r>
              <a:t>Leakage controls and explainability artifacts are in place</a:t>
            </a:r>
          </a:p>
          <a:p>
            <a:pPr>
              <a:defRPr sz="2200"/>
            </a:pPr>
            <a:r>
              <a:t>Human-in-the-loop action policy recommended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Explainability for Trust</a:t>
            </a:r>
          </a:p>
        </p:txBody>
      </p:sp>
      <p:pic>
        <p:nvPicPr>
          <p:cNvPr id="3" name="Picture 2" descr="shap_bar_top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78992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SHAP bar summary used to explain model behavior to stakeholders.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Artifacts versioned and reproducible via GitHub tag</a:t>
            </a:r>
          </a:p>
          <a:p>
            <a:pPr>
              <a:defRPr sz="2200"/>
            </a:pPr>
            <a:r>
              <a:t>FastAPI deployment implemented for local serving</a:t>
            </a:r>
          </a:p>
          <a:p>
            <a:pPr>
              <a:defRPr sz="2200"/>
            </a:pPr>
            <a:r>
              <a:t>Documentation package prepared for audit and handover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Phase 1: controlled SOC pilot and monitoring</a:t>
            </a:r>
          </a:p>
          <a:p>
            <a:pPr>
              <a:defRPr sz="2200"/>
            </a:pPr>
            <a:r>
              <a:t>Phase 2: drift checks, periodic retraining, threshold tuning</a:t>
            </a:r>
          </a:p>
          <a:p>
            <a:pPr>
              <a:defRPr sz="2200"/>
            </a:pPr>
            <a:r>
              <a:t>Phase 3: expanded telemetry integration and policy automation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and ROI Narrative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Lower triage time translates to reduced operational cost</a:t>
            </a:r>
          </a:p>
          <a:p>
            <a:pPr>
              <a:defRPr sz="2200"/>
            </a:pPr>
            <a:r>
              <a:t>Better detection quality reduces incident impact risk</a:t>
            </a:r>
          </a:p>
          <a:p>
            <a:pPr>
              <a:defRPr sz="2200"/>
            </a:pPr>
            <a:r>
              <a:t>Reusable pipeline minimizes future model update costs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Approve pilot deployment in controlled environment</a:t>
            </a:r>
          </a:p>
          <a:p>
            <a:pPr>
              <a:defRPr sz="2200"/>
            </a:pPr>
            <a:r>
              <a:t>Track KPI deltas: false positives, triage time, response speed</a:t>
            </a:r>
          </a:p>
          <a:p>
            <a:pPr>
              <a:defRPr sz="2200"/>
            </a:pPr>
            <a:r>
              <a:t>Scale after stable governance and performance checks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